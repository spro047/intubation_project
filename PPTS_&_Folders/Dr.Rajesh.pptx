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70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29CFC1-0446-4298-B27E-45C86F61EC62}" v="22" dt="2026-02-13T06:46:55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tha Jetty" userId="6b0292b6f75acbef" providerId="LiveId" clId="{AEB98692-0BE9-44E1-82B8-8480F2FB9650}"/>
    <pc:docChg chg="custSel addSld modSld sldOrd">
      <pc:chgData name="Nikitha Jetty" userId="6b0292b6f75acbef" providerId="LiveId" clId="{AEB98692-0BE9-44E1-82B8-8480F2FB9650}" dt="2026-02-13T07:07:06.243" v="433" actId="20577"/>
      <pc:docMkLst>
        <pc:docMk/>
      </pc:docMkLst>
      <pc:sldChg chg="modSp new mod">
        <pc:chgData name="Nikitha Jetty" userId="6b0292b6f75acbef" providerId="LiveId" clId="{AEB98692-0BE9-44E1-82B8-8480F2FB9650}" dt="2026-02-13T06:44:12.176" v="368" actId="113"/>
        <pc:sldMkLst>
          <pc:docMk/>
          <pc:sldMk cId="2053145545" sldId="256"/>
        </pc:sldMkLst>
        <pc:spChg chg="mod">
          <ac:chgData name="Nikitha Jetty" userId="6b0292b6f75acbef" providerId="LiveId" clId="{AEB98692-0BE9-44E1-82B8-8480F2FB9650}" dt="2026-02-13T06:17:58.143" v="104" actId="27636"/>
          <ac:spMkLst>
            <pc:docMk/>
            <pc:sldMk cId="2053145545" sldId="256"/>
            <ac:spMk id="2" creationId="{D17DD71E-A449-AC29-156D-47FF31867428}"/>
          </ac:spMkLst>
        </pc:spChg>
        <pc:spChg chg="mod">
          <ac:chgData name="Nikitha Jetty" userId="6b0292b6f75acbef" providerId="LiveId" clId="{AEB98692-0BE9-44E1-82B8-8480F2FB9650}" dt="2026-02-13T06:44:12.176" v="368" actId="113"/>
          <ac:spMkLst>
            <pc:docMk/>
            <pc:sldMk cId="2053145545" sldId="256"/>
            <ac:spMk id="3" creationId="{381E3941-F604-CF7B-90C8-905974543113}"/>
          </ac:spMkLst>
        </pc:spChg>
      </pc:sldChg>
      <pc:sldChg chg="modSp new mod">
        <pc:chgData name="Nikitha Jetty" userId="6b0292b6f75acbef" providerId="LiveId" clId="{AEB98692-0BE9-44E1-82B8-8480F2FB9650}" dt="2026-02-13T06:49:43.673" v="403" actId="6549"/>
        <pc:sldMkLst>
          <pc:docMk/>
          <pc:sldMk cId="2584156035" sldId="257"/>
        </pc:sldMkLst>
        <pc:spChg chg="mod">
          <ac:chgData name="Nikitha Jetty" userId="6b0292b6f75acbef" providerId="LiveId" clId="{AEB98692-0BE9-44E1-82B8-8480F2FB9650}" dt="2026-02-13T05:41:35.775" v="68"/>
          <ac:spMkLst>
            <pc:docMk/>
            <pc:sldMk cId="2584156035" sldId="257"/>
            <ac:spMk id="2" creationId="{301222D2-7540-EFCE-7229-15548E253E74}"/>
          </ac:spMkLst>
        </pc:spChg>
        <pc:spChg chg="mod">
          <ac:chgData name="Nikitha Jetty" userId="6b0292b6f75acbef" providerId="LiveId" clId="{AEB98692-0BE9-44E1-82B8-8480F2FB9650}" dt="2026-02-13T06:49:43.673" v="403" actId="6549"/>
          <ac:spMkLst>
            <pc:docMk/>
            <pc:sldMk cId="2584156035" sldId="257"/>
            <ac:spMk id="3" creationId="{B1E54F52-947B-A170-395D-11CF75CE5885}"/>
          </ac:spMkLst>
        </pc:spChg>
      </pc:sldChg>
      <pc:sldChg chg="modSp new mod ord">
        <pc:chgData name="Nikitha Jetty" userId="6b0292b6f75acbef" providerId="LiveId" clId="{AEB98692-0BE9-44E1-82B8-8480F2FB9650}" dt="2026-02-13T07:02:03.941" v="432" actId="20577"/>
        <pc:sldMkLst>
          <pc:docMk/>
          <pc:sldMk cId="3404308830" sldId="258"/>
        </pc:sldMkLst>
        <pc:spChg chg="mod">
          <ac:chgData name="Nikitha Jetty" userId="6b0292b6f75acbef" providerId="LiveId" clId="{AEB98692-0BE9-44E1-82B8-8480F2FB9650}" dt="2026-02-13T05:42:12.969" v="72"/>
          <ac:spMkLst>
            <pc:docMk/>
            <pc:sldMk cId="3404308830" sldId="258"/>
            <ac:spMk id="2" creationId="{1B2C27B4-44CA-925C-FAA7-EC3CC70CACEC}"/>
          </ac:spMkLst>
        </pc:spChg>
        <pc:spChg chg="mod">
          <ac:chgData name="Nikitha Jetty" userId="6b0292b6f75acbef" providerId="LiveId" clId="{AEB98692-0BE9-44E1-82B8-8480F2FB9650}" dt="2026-02-13T07:02:03.941" v="432" actId="20577"/>
          <ac:spMkLst>
            <pc:docMk/>
            <pc:sldMk cId="3404308830" sldId="258"/>
            <ac:spMk id="3" creationId="{B7B94DCF-8108-9347-9CDB-AC53ABFB33B7}"/>
          </ac:spMkLst>
        </pc:spChg>
      </pc:sldChg>
      <pc:sldChg chg="modSp new mod">
        <pc:chgData name="Nikitha Jetty" userId="6b0292b6f75acbef" providerId="LiveId" clId="{AEB98692-0BE9-44E1-82B8-8480F2FB9650}" dt="2026-02-13T07:01:47.043" v="416" actId="20577"/>
        <pc:sldMkLst>
          <pc:docMk/>
          <pc:sldMk cId="3691334240" sldId="259"/>
        </pc:sldMkLst>
        <pc:spChg chg="mod">
          <ac:chgData name="Nikitha Jetty" userId="6b0292b6f75acbef" providerId="LiveId" clId="{AEB98692-0BE9-44E1-82B8-8480F2FB9650}" dt="2026-02-13T05:43:23.877" v="81"/>
          <ac:spMkLst>
            <pc:docMk/>
            <pc:sldMk cId="3691334240" sldId="259"/>
            <ac:spMk id="2" creationId="{272FB78D-FBFF-95F9-A5C7-F1AD439DBABC}"/>
          </ac:spMkLst>
        </pc:spChg>
        <pc:spChg chg="mod">
          <ac:chgData name="Nikitha Jetty" userId="6b0292b6f75acbef" providerId="LiveId" clId="{AEB98692-0BE9-44E1-82B8-8480F2FB9650}" dt="2026-02-13T07:01:47.043" v="416" actId="20577"/>
          <ac:spMkLst>
            <pc:docMk/>
            <pc:sldMk cId="3691334240" sldId="259"/>
            <ac:spMk id="3" creationId="{CCBEA7F2-0210-D215-A5F9-08A9C052D26A}"/>
          </ac:spMkLst>
        </pc:spChg>
      </pc:sldChg>
      <pc:sldChg chg="modSp new mod">
        <pc:chgData name="Nikitha Jetty" userId="6b0292b6f75acbef" providerId="LiveId" clId="{AEB98692-0BE9-44E1-82B8-8480F2FB9650}" dt="2026-02-13T06:26:59.166" v="140" actId="20577"/>
        <pc:sldMkLst>
          <pc:docMk/>
          <pc:sldMk cId="347579912" sldId="260"/>
        </pc:sldMkLst>
        <pc:spChg chg="mod">
          <ac:chgData name="Nikitha Jetty" userId="6b0292b6f75acbef" providerId="LiveId" clId="{AEB98692-0BE9-44E1-82B8-8480F2FB9650}" dt="2026-02-13T05:44:35.560" v="84"/>
          <ac:spMkLst>
            <pc:docMk/>
            <pc:sldMk cId="347579912" sldId="260"/>
            <ac:spMk id="2" creationId="{A3B9CBA8-53E5-8567-7718-6116584E564A}"/>
          </ac:spMkLst>
        </pc:spChg>
        <pc:spChg chg="mod">
          <ac:chgData name="Nikitha Jetty" userId="6b0292b6f75acbef" providerId="LiveId" clId="{AEB98692-0BE9-44E1-82B8-8480F2FB9650}" dt="2026-02-13T06:26:59.166" v="140" actId="20577"/>
          <ac:spMkLst>
            <pc:docMk/>
            <pc:sldMk cId="347579912" sldId="260"/>
            <ac:spMk id="3" creationId="{53FD60F8-52CD-ED26-8E24-1A9A1BDC6B86}"/>
          </ac:spMkLst>
        </pc:spChg>
      </pc:sldChg>
      <pc:sldChg chg="modSp new mod">
        <pc:chgData name="Nikitha Jetty" userId="6b0292b6f75acbef" providerId="LiveId" clId="{AEB98692-0BE9-44E1-82B8-8480F2FB9650}" dt="2026-02-13T07:07:06.243" v="433" actId="20577"/>
        <pc:sldMkLst>
          <pc:docMk/>
          <pc:sldMk cId="991917913" sldId="261"/>
        </pc:sldMkLst>
        <pc:spChg chg="mod">
          <ac:chgData name="Nikitha Jetty" userId="6b0292b6f75acbef" providerId="LiveId" clId="{AEB98692-0BE9-44E1-82B8-8480F2FB9650}" dt="2026-02-13T05:45:07.076" v="87"/>
          <ac:spMkLst>
            <pc:docMk/>
            <pc:sldMk cId="991917913" sldId="261"/>
            <ac:spMk id="2" creationId="{0940D6C4-BCD3-A58D-086E-2D53E3E11B3F}"/>
          </ac:spMkLst>
        </pc:spChg>
        <pc:spChg chg="mod">
          <ac:chgData name="Nikitha Jetty" userId="6b0292b6f75acbef" providerId="LiveId" clId="{AEB98692-0BE9-44E1-82B8-8480F2FB9650}" dt="2026-02-13T07:07:06.243" v="433" actId="20577"/>
          <ac:spMkLst>
            <pc:docMk/>
            <pc:sldMk cId="991917913" sldId="261"/>
            <ac:spMk id="3" creationId="{50C82572-3E25-095D-40A0-50F96309FC96}"/>
          </ac:spMkLst>
        </pc:spChg>
      </pc:sldChg>
      <pc:sldChg chg="modSp new mod">
        <pc:chgData name="Nikitha Jetty" userId="6b0292b6f75acbef" providerId="LiveId" clId="{AEB98692-0BE9-44E1-82B8-8480F2FB9650}" dt="2026-02-13T06:28:18.278" v="146" actId="20577"/>
        <pc:sldMkLst>
          <pc:docMk/>
          <pc:sldMk cId="685067261" sldId="262"/>
        </pc:sldMkLst>
        <pc:spChg chg="mod">
          <ac:chgData name="Nikitha Jetty" userId="6b0292b6f75acbef" providerId="LiveId" clId="{AEB98692-0BE9-44E1-82B8-8480F2FB9650}" dt="2026-02-13T05:45:37.420" v="90"/>
          <ac:spMkLst>
            <pc:docMk/>
            <pc:sldMk cId="685067261" sldId="262"/>
            <ac:spMk id="2" creationId="{9DA93522-8901-2399-B8BC-323E96175973}"/>
          </ac:spMkLst>
        </pc:spChg>
        <pc:spChg chg="mod">
          <ac:chgData name="Nikitha Jetty" userId="6b0292b6f75acbef" providerId="LiveId" clId="{AEB98692-0BE9-44E1-82B8-8480F2FB9650}" dt="2026-02-13T06:28:18.278" v="146" actId="20577"/>
          <ac:spMkLst>
            <pc:docMk/>
            <pc:sldMk cId="685067261" sldId="262"/>
            <ac:spMk id="3" creationId="{A56D61EF-253E-9166-0A2F-C6CA0E8DEC1F}"/>
          </ac:spMkLst>
        </pc:spChg>
      </pc:sldChg>
      <pc:sldChg chg="modSp add mod ord">
        <pc:chgData name="Nikitha Jetty" userId="6b0292b6f75acbef" providerId="LiveId" clId="{AEB98692-0BE9-44E1-82B8-8480F2FB9650}" dt="2026-02-13T06:45:00.624" v="370" actId="21"/>
        <pc:sldMkLst>
          <pc:docMk/>
          <pc:sldMk cId="1275703873" sldId="263"/>
        </pc:sldMkLst>
        <pc:spChg chg="mod">
          <ac:chgData name="Nikitha Jetty" userId="6b0292b6f75acbef" providerId="LiveId" clId="{AEB98692-0BE9-44E1-82B8-8480F2FB9650}" dt="2026-02-13T06:44:23.736" v="369" actId="2711"/>
          <ac:spMkLst>
            <pc:docMk/>
            <pc:sldMk cId="1275703873" sldId="263"/>
            <ac:spMk id="2" creationId="{44B796C9-53C6-1173-48E2-F07C95C6943A}"/>
          </ac:spMkLst>
        </pc:spChg>
        <pc:spChg chg="mod">
          <ac:chgData name="Nikitha Jetty" userId="6b0292b6f75acbef" providerId="LiveId" clId="{AEB98692-0BE9-44E1-82B8-8480F2FB9650}" dt="2026-02-13T06:45:00.624" v="370" actId="21"/>
          <ac:spMkLst>
            <pc:docMk/>
            <pc:sldMk cId="1275703873" sldId="263"/>
            <ac:spMk id="4" creationId="{EB7E3811-2A7F-DB23-ACDF-307E7446C836}"/>
          </ac:spMkLst>
        </pc:spChg>
        <pc:spChg chg="mod">
          <ac:chgData name="Nikitha Jetty" userId="6b0292b6f75acbef" providerId="LiveId" clId="{AEB98692-0BE9-44E1-82B8-8480F2FB9650}" dt="2026-02-13T06:44:23.736" v="369" actId="2711"/>
          <ac:spMkLst>
            <pc:docMk/>
            <pc:sldMk cId="1275703873" sldId="263"/>
            <ac:spMk id="6" creationId="{CE197615-4BC2-731A-0294-0F9110788C62}"/>
          </ac:spMkLst>
        </pc:spChg>
      </pc:sldChg>
      <pc:sldChg chg="modSp add mod">
        <pc:chgData name="Nikitha Jetty" userId="6b0292b6f75acbef" providerId="LiveId" clId="{AEB98692-0BE9-44E1-82B8-8480F2FB9650}" dt="2026-02-13T06:36:23.833" v="288" actId="20577"/>
        <pc:sldMkLst>
          <pc:docMk/>
          <pc:sldMk cId="84076670" sldId="264"/>
        </pc:sldMkLst>
        <pc:spChg chg="mod">
          <ac:chgData name="Nikitha Jetty" userId="6b0292b6f75acbef" providerId="LiveId" clId="{AEB98692-0BE9-44E1-82B8-8480F2FB9650}" dt="2026-02-13T06:36:23.833" v="288" actId="20577"/>
          <ac:spMkLst>
            <pc:docMk/>
            <pc:sldMk cId="84076670" sldId="264"/>
            <ac:spMk id="4" creationId="{E523FC21-3F70-AE3D-43A8-49D899769C08}"/>
          </ac:spMkLst>
        </pc:spChg>
        <pc:spChg chg="mod">
          <ac:chgData name="Nikitha Jetty" userId="6b0292b6f75acbef" providerId="LiveId" clId="{AEB98692-0BE9-44E1-82B8-8480F2FB9650}" dt="2026-02-13T06:34:30.931" v="284" actId="20577"/>
          <ac:spMkLst>
            <pc:docMk/>
            <pc:sldMk cId="84076670" sldId="264"/>
            <ac:spMk id="5" creationId="{747E09A4-D082-F048-9F03-738D89BE9244}"/>
          </ac:spMkLst>
        </pc:spChg>
      </pc:sldChg>
      <pc:sldChg chg="addSp delSp modSp add mod">
        <pc:chgData name="Nikitha Jetty" userId="6b0292b6f75acbef" providerId="LiveId" clId="{AEB98692-0BE9-44E1-82B8-8480F2FB9650}" dt="2026-02-13T06:46:24.737" v="400" actId="20577"/>
        <pc:sldMkLst>
          <pc:docMk/>
          <pc:sldMk cId="2667518741" sldId="265"/>
        </pc:sldMkLst>
        <pc:spChg chg="mod">
          <ac:chgData name="Nikitha Jetty" userId="6b0292b6f75acbef" providerId="LiveId" clId="{AEB98692-0BE9-44E1-82B8-8480F2FB9650}" dt="2026-02-13T06:46:24.737" v="400" actId="20577"/>
          <ac:spMkLst>
            <pc:docMk/>
            <pc:sldMk cId="2667518741" sldId="265"/>
            <ac:spMk id="4" creationId="{97CEDD89-E46F-7AF8-B7A0-6AA5CA15CE64}"/>
          </ac:spMkLst>
        </pc:spChg>
        <pc:spChg chg="del">
          <ac:chgData name="Nikitha Jetty" userId="6b0292b6f75acbef" providerId="LiveId" clId="{AEB98692-0BE9-44E1-82B8-8480F2FB9650}" dt="2026-02-13T06:39:38.023" v="315" actId="478"/>
          <ac:spMkLst>
            <pc:docMk/>
            <pc:sldMk cId="2667518741" sldId="265"/>
            <ac:spMk id="5" creationId="{6F64780B-2747-C8FA-0161-0A4B0A18B55F}"/>
          </ac:spMkLst>
        </pc:spChg>
        <pc:spChg chg="add del mod">
          <ac:chgData name="Nikitha Jetty" userId="6b0292b6f75acbef" providerId="LiveId" clId="{AEB98692-0BE9-44E1-82B8-8480F2FB9650}" dt="2026-02-13T06:39:40.344" v="316" actId="478"/>
          <ac:spMkLst>
            <pc:docMk/>
            <pc:sldMk cId="2667518741" sldId="265"/>
            <ac:spMk id="6" creationId="{0BAE2AFC-65E3-A49D-D1EC-6775869BA924}"/>
          </ac:spMkLst>
        </pc:spChg>
      </pc:sldChg>
      <pc:sldChg chg="modSp add mod">
        <pc:chgData name="Nikitha Jetty" userId="6b0292b6f75acbef" providerId="LiveId" clId="{AEB98692-0BE9-44E1-82B8-8480F2FB9650}" dt="2026-02-13T06:47:03.108" v="402" actId="2711"/>
        <pc:sldMkLst>
          <pc:docMk/>
          <pc:sldMk cId="1639494169" sldId="270"/>
        </pc:sldMkLst>
        <pc:spChg chg="mod">
          <ac:chgData name="Nikitha Jetty" userId="6b0292b6f75acbef" providerId="LiveId" clId="{AEB98692-0BE9-44E1-82B8-8480F2FB9650}" dt="2026-02-13T06:47:03.108" v="402" actId="2711"/>
          <ac:spMkLst>
            <pc:docMk/>
            <pc:sldMk cId="1639494169" sldId="270"/>
            <ac:spMk id="4" creationId="{B52C66D9-894A-655B-8C99-153AF6628FD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EE10329-C70C-4AE7-B59B-15EBFAEEF17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497084C-DC81-4E9C-967C-6D2F5F3EE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387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Despite guidelines and devices, traditional bedside tests have poor predictive power. Even in elective thyroid surgery, incidence of difficult intubation is about 10%. Therefore, objective prediction models are needed.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E9DDD-8853-4C66-9CC6-BBF00005561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691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 identified demographic variables as strong predictors along with traditional airway indices.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E9DDD-8853-4C66-9CC6-BBF00005561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071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34081-7752-5D21-DBC1-3321D29AB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0A11BE-70A0-80E9-6A7D-11093DBB9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4DA1A-6374-3A0F-BF23-E98FCD28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AE2A-87F1-4220-AE31-1FB27B2668C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1E323-819D-FF80-DC98-9B912FDD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19D25-5ABB-1B2A-3D28-340EE787A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4F33-1E7D-432A-B5CD-21BCA626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5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D99B5-E1A7-2852-62A7-AB5EF468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052D2-1066-DFB7-8AFF-43FF327C8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D00FC-4ED4-B361-4F81-26B6C0882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AE2A-87F1-4220-AE31-1FB27B2668C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5D0A0-F20B-970E-F3BB-77F6344C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A169B-5B6A-ABBD-27E4-75CD2D8D1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4F33-1E7D-432A-B5CD-21BCA626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616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E0E2B-C643-4AD8-9A63-784F7359E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01D69-C6C7-4692-3474-F6453278F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2FBA2-CAC0-2678-4442-E5BEC9DED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AE2A-87F1-4220-AE31-1FB27B2668C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EF8C3-6EA3-062E-E0F6-EE83CF8F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BEF64-B8E7-2DF4-9F48-2FC6401F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4F33-1E7D-432A-B5CD-21BCA626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11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4E74A-9780-A350-5934-D21776F03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1303A-CC24-2B7A-1196-365DAE598A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561FA-DD11-13A6-A82A-3144F7342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71868-3FFE-0FF6-7A0F-AC14B551F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AE2A-87F1-4220-AE31-1FB27B2668C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399AF-FA87-6512-5290-30EE14E84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365C0-F806-FC06-2954-C6E0D4161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4F33-1E7D-432A-B5CD-21BCA626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311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72D0-3B67-B2BA-086B-77979097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1AABE-0D02-6285-DD58-60D7993ED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D403D-1F3A-1611-8167-4615662D9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76288-68FA-6CF3-BE86-7D0346E71C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D6FD7D-79CC-72D1-E44A-09DA8A023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0617C0-F3FD-E3A1-68A5-66CCD976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AE2A-87F1-4220-AE31-1FB27B2668C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5B423C-02BA-078A-8A68-967988DAD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A4A643-95F3-8624-102D-A4A3EB8C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4F33-1E7D-432A-B5CD-21BCA626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376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07E82-0974-7B82-7563-06F025958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F679B-0D96-0B92-4E32-5B7C23E47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AE2A-87F1-4220-AE31-1FB27B2668C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94FBA8-5A9B-F76E-998C-7DF562F29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F9E01-E9CB-2BCC-FC6E-276E2009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4F33-1E7D-432A-B5CD-21BCA626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57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6D92B6-9961-C46A-6E92-2F08DFDDC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AE2A-87F1-4220-AE31-1FB27B2668C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283E95-8712-6778-5F12-E0CBAA189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BF804-6296-FE27-428C-E7468DEA4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4F33-1E7D-432A-B5CD-21BCA626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55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9FA9-FD7F-84EA-060E-D4BD187A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02128-08F5-B854-1E37-69402FE30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E39DF-2448-BBA6-7190-9BA44642A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E5DFF-69F9-6943-83E6-570A1CB5D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AE2A-87F1-4220-AE31-1FB27B2668C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72094-FCD1-6173-62AD-1AE7C9AD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00C76-A3CC-FB8A-28F9-DDFC2486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4F33-1E7D-432A-B5CD-21BCA626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642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7AB63-56BE-6D59-BDFE-9BDA7C85B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50980E-85A6-F199-A2EF-F63AD144F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C9C05-B456-1456-0848-0E24ACEF2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EB93C-1BCC-9804-4337-DAFE4AE7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AE2A-87F1-4220-AE31-1FB27B2668C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7EE88-572F-A7E2-C21C-560316444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5D164-F392-A0DE-15A0-234520A5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4F33-1E7D-432A-B5CD-21BCA626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174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E81B-946B-40B3-7AC8-8605B44AF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19DCE6-3D8B-561F-A071-4E766107D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AF963-FCD7-6301-A82B-E52CE7BC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AE2A-87F1-4220-AE31-1FB27B2668C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7E9F1-3B6E-6577-BBE2-CF87EB1CA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054E-B6B0-5AAB-B1EB-A974C8EB2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4F33-1E7D-432A-B5CD-21BCA626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49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C3BED5-795F-4DA1-829C-120321DCE5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B1339-1BE6-2768-A5AA-39DD5AB74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DCC1E-8E34-415D-A7B1-A4805BB48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AE2A-87F1-4220-AE31-1FB27B2668C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D9A6A-B73F-60CE-A184-02262E24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44BE9-FBD4-F1D3-DCF0-EF81E281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4F33-1E7D-432A-B5CD-21BCA626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98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22CCD7-0D2A-80AF-CDF0-7B2FE868F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5C3E7-D045-0A9A-E478-F1225A366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9E104-D3CE-59DA-BBCE-33676FCB9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8AE2A-87F1-4220-AE31-1FB27B2668C4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2F9BD-F1A2-1E80-4045-8F2BBC85F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45935-47DA-C14F-A01F-892C735A8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4F33-1E7D-432A-B5CD-21BCA626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31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DD71E-A449-AC29-156D-47FF318674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AI-Based Airway Anaesthesia Decision Support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E3941-F604-CF7B-90C8-905974543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352"/>
            <a:ext cx="9144000" cy="1655762"/>
          </a:xfrm>
        </p:spPr>
        <p:txBody>
          <a:bodyPr/>
          <a:lstStyle/>
          <a:p>
            <a:r>
              <a:rPr lang="en-US" b="1" dirty="0"/>
              <a:t>Dr Rajesh Mane</a:t>
            </a:r>
            <a:br>
              <a:rPr lang="en-US" b="1" dirty="0"/>
            </a:br>
            <a:r>
              <a:rPr lang="en-US" b="1" dirty="0"/>
              <a:t>HOD &amp; Professor</a:t>
            </a:r>
            <a:br>
              <a:rPr lang="en-US" b="1" dirty="0"/>
            </a:br>
            <a:r>
              <a:rPr lang="en-US" b="1" dirty="0"/>
              <a:t>Department of </a:t>
            </a:r>
            <a:r>
              <a:rPr lang="en-US" b="1" dirty="0" err="1"/>
              <a:t>Anaesthesiology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53145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796C9-53C6-1173-48E2-F07C95C69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>
                <a:latin typeface="+mn-lt"/>
              </a:rPr>
              <a:t>Why Do We Need AI in Airway?</a:t>
            </a:r>
            <a:endParaRPr lang="en-IN" dirty="0"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7E3811-2A7F-DB23-ACDF-307E7446C8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19548"/>
            <a:ext cx="105156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Airway management –  significant challenge in </a:t>
            </a:r>
            <a:r>
              <a:rPr lang="en-US" altLang="en-US" dirty="0" err="1"/>
              <a:t>Anaesthesia</a:t>
            </a:r>
            <a:r>
              <a:rPr lang="en-US" altLang="en-US" dirty="0"/>
              <a:t> practice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 Difficult intubation incidence ≈ 10%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Unanticipated difficult airway still occurs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Failed airway → major morbidity &amp; mortality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197615-4BC2-731A-0294-0F9110788C62}"/>
              </a:ext>
            </a:extLst>
          </p:cNvPr>
          <p:cNvSpPr txBox="1"/>
          <p:nvPr/>
        </p:nvSpPr>
        <p:spPr>
          <a:xfrm>
            <a:off x="7239000" y="64928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Cited from Naik et al. IJA 2024 and Zhou et al. 2022</a:t>
            </a:r>
          </a:p>
        </p:txBody>
      </p:sp>
    </p:spTree>
    <p:extLst>
      <p:ext uri="{BB962C8B-B14F-4D97-AF65-F5344CB8AC3E}">
        <p14:creationId xmlns:p14="http://schemas.microsoft.com/office/powerpoint/2010/main" val="1275703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F30F0-48ED-0CF1-1E40-D786D4C25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+mn-lt"/>
              </a:rPr>
              <a:t>Important Predictive Variables Identified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3FC21-3F70-AE3D-43A8-49D899769C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105150" cy="1603375"/>
          </a:xfrm>
        </p:spPr>
        <p:txBody>
          <a:bodyPr/>
          <a:lstStyle/>
          <a:p>
            <a:r>
              <a:rPr lang="en-US" dirty="0"/>
              <a:t>Age</a:t>
            </a:r>
          </a:p>
          <a:p>
            <a:r>
              <a:rPr lang="en-US" dirty="0"/>
              <a:t>Sex</a:t>
            </a:r>
          </a:p>
          <a:p>
            <a:r>
              <a:rPr lang="en-US" dirty="0"/>
              <a:t>BMI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7E09A4-D082-F048-9F03-738D89BE9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632075"/>
          </a:xfrm>
        </p:spPr>
        <p:txBody>
          <a:bodyPr/>
          <a:lstStyle/>
          <a:p>
            <a:r>
              <a:rPr lang="en-IN" dirty="0" err="1"/>
              <a:t>Mallampati</a:t>
            </a:r>
            <a:r>
              <a:rPr lang="en-IN" dirty="0"/>
              <a:t> ≥ III</a:t>
            </a:r>
          </a:p>
          <a:p>
            <a:r>
              <a:rPr lang="en-IN" dirty="0"/>
              <a:t>TMD ≤ 6.5 cm</a:t>
            </a:r>
          </a:p>
          <a:p>
            <a:r>
              <a:rPr lang="en-IN" dirty="0"/>
              <a:t>NC/TMD ≥ 5</a:t>
            </a:r>
          </a:p>
          <a:p>
            <a:r>
              <a:rPr lang="en-IN" dirty="0"/>
              <a:t>Neck circumference  ≥ 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27449E-E62B-42F6-A154-A1F9682B8CFD}"/>
              </a:ext>
            </a:extLst>
          </p:cNvPr>
          <p:cNvSpPr txBox="1"/>
          <p:nvPr/>
        </p:nvSpPr>
        <p:spPr>
          <a:xfrm>
            <a:off x="1814512" y="4791968"/>
            <a:ext cx="60936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Sensitivity: 30–60%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Specificity: 60–80%</a:t>
            </a:r>
          </a:p>
        </p:txBody>
      </p:sp>
    </p:spTree>
    <p:extLst>
      <p:ext uri="{BB962C8B-B14F-4D97-AF65-F5344CB8AC3E}">
        <p14:creationId xmlns:p14="http://schemas.microsoft.com/office/powerpoint/2010/main" val="84076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22D2-7540-EFCE-7229-15548E25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Problem Statement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54F52-947B-A170-395D-11CF75CE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3" y="1338944"/>
            <a:ext cx="11952514" cy="4642077"/>
          </a:xfrm>
        </p:spPr>
        <p:txBody>
          <a:bodyPr>
            <a:normAutofit/>
          </a:bodyPr>
          <a:lstStyle/>
          <a:p>
            <a:r>
              <a:rPr lang="en-IN" dirty="0"/>
              <a:t>Airway management is a fundamental element of anaesthesia practice and continues to be a significant contributor to perioperative morbidity and mortality. </a:t>
            </a:r>
          </a:p>
          <a:p>
            <a:endParaRPr lang="en-IN" dirty="0"/>
          </a:p>
          <a:p>
            <a:r>
              <a:rPr lang="en-IN" dirty="0"/>
              <a:t>The aim is to combine clinical expertise with advanced data science techniques, to improve patient safety and overall clinical outcomes.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156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C27B4-44CA-925C-FAA7-EC3CC70CA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Detailed Description</a:t>
            </a:r>
            <a:br>
              <a:rPr lang="en-IN" dirty="0">
                <a:latin typeface="+mn-lt"/>
              </a:rPr>
            </a:b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94DCF-8108-9347-9CDB-AC53ABFB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Develop an Artificial Intelligence (AI)-enabled airway management platform that integrates clinical parameters, facial neck imaging and USG imaging.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The system will utilize machine learning, deep learning with computer vision and predictive analytics to assist clinicians in airway assessment and training.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4308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B78D-FBFF-95F9-A5C7-F1AD439DB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Detailed Description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A7F2-0210-D215-A5F9-08A9C052D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focus should be on clinical explainability, patient safety, and seamless integration into existing hospital systems.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 time airway alert systems &amp; suggestions for accurate decisions at times of both anticipated and unanticipated difficult airway.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1334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9CBA8-53E5-8567-7718-6116584E5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Reference to Read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D60F8-52CD-ED26-8E24-1A9A1BDC6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200000"/>
              </a:lnSpc>
            </a:pPr>
            <a:r>
              <a:rPr lang="en-IN" dirty="0"/>
              <a:t>Fundamentals of Machine Learning in Healthcare</a:t>
            </a:r>
          </a:p>
          <a:p>
            <a:pPr lvl="0">
              <a:lnSpc>
                <a:spcPct val="200000"/>
              </a:lnSpc>
            </a:pPr>
            <a:r>
              <a:rPr lang="en-IN" dirty="0"/>
              <a:t>Computer Vision Applications in Medical Imaging</a:t>
            </a:r>
          </a:p>
          <a:p>
            <a:pPr lvl="0">
              <a:lnSpc>
                <a:spcPct val="200000"/>
              </a:lnSpc>
            </a:pPr>
            <a:r>
              <a:rPr lang="en-IN" dirty="0"/>
              <a:t>Clinical Decision Support Systems in Anaesthesia</a:t>
            </a:r>
          </a:p>
          <a:p>
            <a:pPr lvl="0">
              <a:lnSpc>
                <a:spcPct val="200000"/>
              </a:lnSpc>
            </a:pPr>
            <a:r>
              <a:rPr lang="en-IN" dirty="0"/>
              <a:t>AI Applications in Patient Safety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57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0D6C4-BCD3-A58D-086E-2D53E3E1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Expectation and KPI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82572-3E25-095D-40A0-50F96309F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Development of an AI model for airway difficulty prediction</a:t>
            </a:r>
          </a:p>
          <a:p>
            <a:pPr lvl="0"/>
            <a:r>
              <a:rPr lang="en-IN"/>
              <a:t>Model </a:t>
            </a:r>
            <a:r>
              <a:rPr lang="en-IN" dirty="0"/>
              <a:t>validation using clinical datasets</a:t>
            </a:r>
          </a:p>
          <a:p>
            <a:pPr lvl="0"/>
            <a:r>
              <a:rPr lang="en-IN" dirty="0"/>
              <a:t>Generation of clinically interpretable outputs for anaesthesiologists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1917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3522-8901-2399-B8BC-323E96175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Training and Prerequisites</a:t>
            </a:r>
            <a:br>
              <a:rPr lang="en-IN" dirty="0">
                <a:latin typeface="+mn-lt"/>
              </a:rPr>
            </a:b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D61EF-253E-9166-0A2F-C6CA0E8DE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Basic understanding of airway management in anaesthesia</a:t>
            </a:r>
          </a:p>
          <a:p>
            <a:pPr lvl="0"/>
            <a:r>
              <a:rPr lang="en-IN" dirty="0"/>
              <a:t>Fundamental knowledge of Machine Learning / AI concepts</a:t>
            </a:r>
          </a:p>
          <a:p>
            <a:pPr lvl="0"/>
            <a:r>
              <a:rPr lang="en-IN" dirty="0"/>
              <a:t>Understanding of medical data handling and clinical dataset annotation</a:t>
            </a:r>
          </a:p>
          <a:p>
            <a:pPr lvl="0"/>
            <a:r>
              <a:rPr lang="en-IN" dirty="0"/>
              <a:t>Basic programming or data science exposure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067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2C66D9-894A-655B-8C99-153AF6628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300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+mn-lt"/>
              </a:rPr>
              <a:t>THANK YOU</a:t>
            </a:r>
            <a:endParaRPr lang="en-IN" sz="4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9494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374</Words>
  <Application>Microsoft Office PowerPoint</Application>
  <PresentationFormat>Widescreen</PresentationFormat>
  <Paragraphs>52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AI-Based Airway Anaesthesia Decision Support System</vt:lpstr>
      <vt:lpstr>Why Do We Need AI in Airway?</vt:lpstr>
      <vt:lpstr>Important Predictive Variables Identified</vt:lpstr>
      <vt:lpstr>Problem Statement </vt:lpstr>
      <vt:lpstr>Detailed Description </vt:lpstr>
      <vt:lpstr>Detailed Description </vt:lpstr>
      <vt:lpstr>Reference to Read </vt:lpstr>
      <vt:lpstr>Expectation and KPI </vt:lpstr>
      <vt:lpstr>Training and Prerequisites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Airway Anaesthesia Decision Support System</dc:title>
  <dc:creator>Nikitha Jetty</dc:creator>
  <cp:lastModifiedBy>dept</cp:lastModifiedBy>
  <cp:revision>12</cp:revision>
  <cp:lastPrinted>2026-02-13T07:27:15Z</cp:lastPrinted>
  <dcterms:created xsi:type="dcterms:W3CDTF">2026-02-13T05:40:18Z</dcterms:created>
  <dcterms:modified xsi:type="dcterms:W3CDTF">2026-02-13T07:27:44Z</dcterms:modified>
</cp:coreProperties>
</file>